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7" d="100"/>
          <a:sy n="17" d="100"/>
        </p:scale>
        <p:origin x="234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542C-4075-48E4-B637-4A2429EB47B8}" type="datetimeFigureOut">
              <a:rPr lang="de-DE" smtClean="0"/>
              <a:t>23.06.2026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780D6-DB43-459D-A55C-6C41CA15E4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401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542C-4075-48E4-B637-4A2429EB47B8}" type="datetimeFigureOut">
              <a:rPr lang="de-DE" smtClean="0"/>
              <a:t>23.06.2026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780D6-DB43-459D-A55C-6C41CA15E4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1023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>
                    <a:tint val="82000"/>
                  </a:schemeClr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82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82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542C-4075-48E4-B637-4A2429EB47B8}" type="datetimeFigureOut">
              <a:rPr lang="de-DE" smtClean="0"/>
              <a:t>23.06.2026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780D6-DB43-459D-A55C-6C41CA15E4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919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542C-4075-48E4-B637-4A2429EB47B8}" type="datetimeFigureOut">
              <a:rPr lang="de-DE" smtClean="0"/>
              <a:t>23.06.2026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780D6-DB43-459D-A55C-6C41CA15E4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3779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542C-4075-48E4-B637-4A2429EB47B8}" type="datetimeFigureOut">
              <a:rPr lang="de-DE" smtClean="0"/>
              <a:t>23.06.2026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780D6-DB43-459D-A55C-6C41CA15E4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8317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542C-4075-48E4-B637-4A2429EB47B8}" type="datetimeFigureOut">
              <a:rPr lang="de-DE" smtClean="0"/>
              <a:t>23.06.2026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780D6-DB43-459D-A55C-6C41CA15E4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5297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542C-4075-48E4-B637-4A2429EB47B8}" type="datetimeFigureOut">
              <a:rPr lang="de-DE" smtClean="0"/>
              <a:t>23.06.2026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780D6-DB43-459D-A55C-6C41CA15E4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498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542C-4075-48E4-B637-4A2429EB47B8}" type="datetimeFigureOut">
              <a:rPr lang="de-DE" smtClean="0"/>
              <a:t>23.06.2026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780D6-DB43-459D-A55C-6C41CA15E4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6388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542C-4075-48E4-B637-4A2429EB47B8}" type="datetimeFigureOut">
              <a:rPr lang="de-DE" smtClean="0"/>
              <a:t>23.06.2026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780D6-DB43-459D-A55C-6C41CA15E4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0010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542C-4075-48E4-B637-4A2429EB47B8}" type="datetimeFigureOut">
              <a:rPr lang="de-DE" smtClean="0"/>
              <a:t>23.06.2026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780D6-DB43-459D-A55C-6C41CA15E4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9620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542C-4075-48E4-B637-4A2429EB47B8}" type="datetimeFigureOut">
              <a:rPr lang="de-DE" smtClean="0"/>
              <a:t>23.06.2026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780D6-DB43-459D-A55C-6C41CA15E4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5006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D542C-4075-48E4-B637-4A2429EB47B8}" type="datetimeFigureOut">
              <a:rPr lang="de-DE" smtClean="0"/>
              <a:t>23.06.2026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3780D6-DB43-459D-A55C-6C41CA15E4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9138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B1B948-8A14-2C26-C440-10AC5541B0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CurveSimulator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2DAF67A-A216-BD10-6688-0D0D6D472C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err="1"/>
              <a:t>CurveSimulator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87127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</Words>
  <Application>Microsoft Office PowerPoint</Application>
  <PresentationFormat>Benutzerdefiniert</PresentationFormat>
  <Paragraphs>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CurveSimulator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Uli Scheuss</dc:creator>
  <cp:lastModifiedBy>Uli Scheuss</cp:lastModifiedBy>
  <cp:revision>1</cp:revision>
  <dcterms:created xsi:type="dcterms:W3CDTF">2026-06-23T16:10:34Z</dcterms:created>
  <dcterms:modified xsi:type="dcterms:W3CDTF">2026-06-23T16:12:01Z</dcterms:modified>
</cp:coreProperties>
</file>